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BERSIH.IN</a:t>
            </a:r>
          </a:p>
          <a:p>
            <a:pPr>
              <a:spcBef>
                <a:spcPts val="1000"/>
              </a:spcBef>
              <a:defRPr sz="2800">
                <a:solidFill>
                  <a:srgbClr val="FFFFFF"/>
                </a:solidFill>
              </a:defRPr>
            </a:pPr>
            <a:r>
              <a:t>Sistem Layanan &amp; Manajemen Laundry Premium</a:t>
            </a:r>
            <a:br/>
            <a:r>
              <a:t>Integrasi Mobile Android &amp; Panel Admin Terpadu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54F"/>
                </a:solidFill>
              </a:defRPr>
            </a:pPr>
            <a:r>
              <a:t>Oleh: Dimas Nurdiansyah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Bersih.in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Latar Belakang &amp; Masalah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600"/>
            </a:pPr>
            <a:r>
              <a:rPr>
                <a:solidFill>
                  <a:srgbClr val="1A2B2B"/>
                </a:solidFill>
              </a:rPr>
              <a:t>• Kurangnya digitalisasi pada sistem pemesanan dan pelacakan cucian.</a:t>
            </a:r>
          </a:p>
          <a:p>
            <a:pPr>
              <a:spcAft>
                <a:spcPts val="2400"/>
              </a:spcAft>
              <a:defRPr sz="2600"/>
            </a:pPr>
            <a:r>
              <a:rPr>
                <a:solidFill>
                  <a:srgbClr val="1A2B2B"/>
                </a:solidFill>
              </a:rPr>
              <a:t>• Pelanggan sulit memantau status pengerjaan pakaian secara real-time.</a:t>
            </a:r>
          </a:p>
          <a:p>
            <a:pPr>
              <a:spcAft>
                <a:spcPts val="2400"/>
              </a:spcAft>
              <a:defRPr sz="2600"/>
            </a:pPr>
            <a:r>
              <a:rPr>
                <a:solidFill>
                  <a:srgbClr val="1A2B2B"/>
                </a:solidFill>
              </a:rPr>
              <a:t>• Pengelola dan petugas masih merekap data pesanan secara manual yang rentan hilang atau selisih.</a:t>
            </a:r>
          </a:p>
          <a:p>
            <a:pPr>
              <a:spcAft>
                <a:spcPts val="2400"/>
              </a:spcAft>
              <a:defRPr sz="2600"/>
            </a:pPr>
            <a:r>
              <a:rPr>
                <a:solidFill>
                  <a:srgbClr val="1A2B2B"/>
                </a:solidFill>
              </a:rPr>
              <a:t>• Kurangnya engagement pelanggan karena tidak ada sistem reward yang menahan pelanggan (retention).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Bersih.in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Solusi yang Ditawarkan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Aplikasi Android:</a:t>
            </a:r>
            <a:r>
              <a:rPr>
                <a:solidFill>
                  <a:srgbClr val="1A2B2B"/>
                </a:solidFill>
              </a:rPr>
              <a:t> Memudahkan eksplorasi layanan, pemesanan tiket pickup, dan sistem poin langsung dari genggaman.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Backend Admin Panel:</a:t>
            </a:r>
            <a:r>
              <a:rPr>
                <a:solidFill>
                  <a:srgbClr val="1A2B2B"/>
                </a:solidFill>
              </a:rPr>
              <a:t> Dashboard untuk pemilik usaha mengelola data transaksi, reward, dan layanan dengan aman.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Integrasi Logistik:</a:t>
            </a:r>
            <a:r>
              <a:rPr>
                <a:solidFill>
                  <a:srgbClr val="1A2B2B"/>
                </a:solidFill>
              </a:rPr>
              <a:t> Sistem pelacakan antar-jemput pakaian secara real-time yang terhubung dengan petugas.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Bersih.in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Teknologi yang Digunakan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Mobile Frontend:</a:t>
            </a:r>
            <a:r>
              <a:rPr>
                <a:solidFill>
                  <a:srgbClr val="1A2B2B"/>
                </a:solidFill>
              </a:rPr>
              <a:t> Kotlin Android, Android Jetpack Compose, Material Design 3.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Arsitektur Data:</a:t>
            </a:r>
            <a:r>
              <a:rPr>
                <a:solidFill>
                  <a:srgbClr val="1A2B2B"/>
                </a:solidFill>
              </a:rPr>
              <a:t> Room Database (SQLite), DataStore, dan StateFlow / MVVM.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Infrastruktur Bisnis:</a:t>
            </a:r>
            <a:r>
              <a:rPr>
                <a:solidFill>
                  <a:srgbClr val="1A2B2B"/>
                </a:solidFill>
              </a:rPr>
              <a:t> Sistem Multi-Role (Admin, Petugas, Pelanggan) dengan sistem manajemen state yang reaktif.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Bersih.in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Arsitektur Role &amp; Hak Akses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Admin Utama:</a:t>
            </a:r>
            <a:r>
              <a:rPr>
                <a:solidFill>
                  <a:srgbClr val="1A2B2B"/>
                </a:solidFill>
              </a:rPr>
              <a:t> Kontrol sistem pusat. Kelola layanan, harga, promo, reward, dan pantau statistik pendapatan bulanan.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Petugas (Officer):</a:t>
            </a:r>
            <a:r>
              <a:rPr>
                <a:solidFill>
                  <a:srgbClr val="1A2B2B"/>
                </a:solidFill>
              </a:rPr>
              <a:t> Otoritas lapangan. Verifikasi penjemputan, memproses status (Cuci/Setrika), dan selesaikan pesanan.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Pelanggan (Customer):</a:t>
            </a:r>
            <a:r>
              <a:rPr>
                <a:solidFill>
                  <a:srgbClr val="1A2B2B"/>
                </a:solidFill>
              </a:rPr>
              <a:t> End-user aplikasi. Membuat order baru, menerima update real-time, dan klaim promo.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Bersih.in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Fitur: Sistem Order &amp; Real-Time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Alur Transparan:</a:t>
            </a:r>
            <a:r>
              <a:rPr>
                <a:solidFill>
                  <a:srgbClr val="1A2B2B"/>
                </a:solidFill>
              </a:rPr>
              <a:t> Status berjenjang dari Menunggu Pickup -&gt; Sedang Diproses -&gt; Selesai.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Otomatisasi Kalkulasi:</a:t>
            </a:r>
            <a:r>
              <a:rPr>
                <a:solidFill>
                  <a:srgbClr val="1A2B2B"/>
                </a:solidFill>
              </a:rPr>
              <a:t> Sistem otomatis menghitung total harga berdasarkan layanan dan tipe pengantaran.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Riwayat Detil:</a:t>
            </a:r>
            <a:r>
              <a:rPr>
                <a:solidFill>
                  <a:srgbClr val="1A2B2B"/>
                </a:solidFill>
              </a:rPr>
              <a:t> Pengguna dapat mengakses riwayat order terdahulu sebagai bukti transaksi.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Bersih.in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Fitur: Sistem Reward &amp; Gamifikasi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Sistem XP &amp; Level:</a:t>
            </a:r>
            <a:r>
              <a:rPr>
                <a:solidFill>
                  <a:srgbClr val="1A2B2B"/>
                </a:solidFill>
              </a:rPr>
              <a:t> Pengguna otomatis mendapatkan XP di setiap transaksi sukses untuk naik level (Bronze, Silver, Gold).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Penukaran Promo:</a:t>
            </a:r>
            <a:r>
              <a:rPr>
                <a:solidFill>
                  <a:srgbClr val="1A2B2B"/>
                </a:solidFill>
              </a:rPr>
              <a:t> XP dapat ditukar menjadi voucher diskon / promo eksklusif.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Manajemen Dinamis:</a:t>
            </a:r>
            <a:r>
              <a:rPr>
                <a:solidFill>
                  <a:srgbClr val="1A2B2B"/>
                </a:solidFill>
              </a:rPr>
              <a:t> Admin dapat menambah atau mencabut promo yang tersedia kapan saja.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8869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i="1">
                <a:solidFill>
                  <a:srgbClr val="FFFFFF"/>
                </a:solidFill>
              </a:defRPr>
            </a:pPr>
            <a:r>
              <a:t>"Sistem ini menciptakan ekosistem manajemen laundry yang terintegrasi, memberikan transparansi bagi pelanggan, kemudahan operasional bagi petugas, dan kontrol bisnis yang lebih baik bagi pengelola."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96B"/>
                </a:solidFill>
              </a:defRPr>
            </a:pPr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